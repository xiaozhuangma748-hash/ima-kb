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殡葬改革汇报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推进节地生态安葬 倡导文明殡葬新风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改革背景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传统殡葬方式占地多、污染大，与生态文明建设要求不相适应。</a:t>
            </a:r>
          </a:p>
          <a:p>
            <a:r>
              <a:t>需要通过改革，推广节地生态安葬，节约土地资源。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主要措施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建设公益性公墓</a:t>
            </a:r>
          </a:p>
          <a:p>
            <a:pPr/>
            <a:r>
              <a:t>推广骨灰撒海</a:t>
            </a:r>
          </a:p>
          <a:p>
            <a:pPr/>
            <a:r>
              <a:t>推行树葬草坪葬</a:t>
            </a:r>
          </a:p>
          <a:p>
            <a:pPr/>
            <a:r>
              <a:t>完善奖补政策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